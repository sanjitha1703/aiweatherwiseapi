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990951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 dirty="0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932948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Segoe UI"/>
              </a:rPr>
              <a:t>S</a:t>
            </a:r>
            <a:r>
              <a:rPr lang="en-US" sz="1275" b="1" i="0" u="none" dirty="0">
                <a:solidFill>
                  <a:srgbClr val="0F172A"/>
                </a:solidFill>
                <a:latin typeface="Segoe UI"/>
              </a:rPr>
              <a:t>ANJITHA S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944169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0F172A"/>
                </a:solidFill>
                <a:latin typeface="Segoe UI"/>
              </a:rPr>
              <a:t>S</a:t>
            </a:r>
            <a:r>
              <a:rPr lang="en-US" sz="1087" b="1" i="0" u="none" dirty="0">
                <a:solidFill>
                  <a:srgbClr val="0F172A"/>
                </a:solidFill>
                <a:latin typeface="Segoe UI"/>
              </a:rPr>
              <a:t>ANGEETHA P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2138" y="5848201"/>
            <a:ext cx="828753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0F172A"/>
                </a:solidFill>
                <a:latin typeface="Segoe UI"/>
              </a:rPr>
              <a:t>S</a:t>
            </a:r>
            <a:r>
              <a:rPr lang="en-US" sz="1087" b="1" i="0" u="none" dirty="0">
                <a:solidFill>
                  <a:srgbClr val="0F172A"/>
                </a:solidFill>
                <a:latin typeface="Segoe UI"/>
              </a:rPr>
              <a:t>ANTHIYA C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9597" y="5848201"/>
            <a:ext cx="1048364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>
                <a:solidFill>
                  <a:srgbClr val="0F172A"/>
                </a:solidFill>
                <a:latin typeface="Segoe UI"/>
              </a:rPr>
              <a:t>SANTHIYASRI R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1442</Words>
  <Application>Microsoft Office PowerPoint</Application>
  <PresentationFormat>Widescreen</PresentationFormat>
  <Paragraphs>208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Sanjitha S</cp:lastModifiedBy>
  <cp:revision>8</cp:revision>
  <dcterms:created xsi:type="dcterms:W3CDTF">2013-01-27T09:14:16Z</dcterms:created>
  <dcterms:modified xsi:type="dcterms:W3CDTF">2026-09-30T09:05:11Z</dcterms:modified>
  <cp:category/>
</cp:coreProperties>
</file>